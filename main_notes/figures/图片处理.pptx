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A641A-5E65-BE34-6A3E-FC7A2CC69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86B3E1-8ABB-40CF-957F-43E72AF42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FCC91E-06F8-BDD1-0C6F-BD709DCA1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25E3-BD93-4999-B85B-73F879B1EB8F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81C635-BBA5-CF54-190A-B7524531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AA9E69-7246-33D8-A72A-7C7D4C0B1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B4B67-46E6-40BA-B069-BF5C810022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890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C8AFB-8B73-B07F-1D10-DB4C30240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37D81F-E4BE-76E0-F4C7-1C6A059C6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80BFDE-69FF-EB66-A122-A36EDB78E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25E3-BD93-4999-B85B-73F879B1EB8F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2D1F12-A005-3913-C520-DE8A915A0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104798-3CDF-50C2-D42D-F26CA7437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B4B67-46E6-40BA-B069-BF5C810022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878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4397A1-F453-AD3F-E591-38DB14A7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BDD1E2-82F9-F55B-92F7-AEC3CEB27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45D582-215D-9799-C30B-89F22E042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25E3-BD93-4999-B85B-73F879B1EB8F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423EED-8A1D-E111-C83F-4379313EE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CB8ACA-58D5-0E39-AF1A-4CFFBD990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B4B67-46E6-40BA-B069-BF5C810022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611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51C49E-AF13-D5BF-D4B6-5382101D2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6D5651-E2B6-D282-F3D8-625FFB8AA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64EFFF-4AA4-A682-A400-ADC8E805E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62364C-8D44-6782-0AA7-C856EA429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25E3-BD93-4999-B85B-73F879B1EB8F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87DDF1-FA84-3D72-74A4-0E0B94442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264BC9-7128-5EAC-7628-D77561748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B4B67-46E6-40BA-B069-BF5C810022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55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2020CA-DE46-0FC2-FCE0-3704D864A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DC1AC5-7BFD-658D-E452-689D76D71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677811-CB52-B097-661B-7539B6C35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E33EF2B-D409-3306-2EB2-78440E1E70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0C5721-D5CA-C521-2FFD-33797C84A1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5782C6-5446-B78F-414B-3C71FC95A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25E3-BD93-4999-B85B-73F879B1EB8F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EEB2650-61A5-58AA-F4BF-5C28343B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8BB303-A3F2-F4CD-1C0F-62A328EA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B4B67-46E6-40BA-B069-BF5C810022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17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F5FD5F-8F37-9710-CBAA-26903EAE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F3F3B5-CB2D-6C9C-3CD4-7AFF4D88D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25E3-BD93-4999-B85B-73F879B1EB8F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8887709-06EC-5E5D-3CAD-C7B3A73E8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6E410C-405F-06FC-CBE0-F1F68C0F5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B4B67-46E6-40BA-B069-BF5C810022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300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B786374-DDAF-CA97-6782-0AEB16A0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25E3-BD93-4999-B85B-73F879B1EB8F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91C6F72-5603-DC8B-34BB-348351496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A58EF3-193F-16CD-C147-CC6C653D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B4B67-46E6-40BA-B069-BF5C810022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8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C9240-732A-522D-B08B-72ED2851E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A6EE2D-6A95-2EFD-6375-4D66F192D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714C52-EC1E-84FD-B97B-DE7B70429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220DAF-8D42-D54A-A9AF-B6C016B23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25E3-BD93-4999-B85B-73F879B1EB8F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B9D462-C220-37F9-725D-F05AD0D86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B0F785-00FC-C494-351D-D0E5EA8D2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B4B67-46E6-40BA-B069-BF5C810022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53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75B1DB-CF96-430F-1CAA-F97AA7D89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00779F-C0D2-F8C9-4AE1-81E0B6F6C7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1056C9-360F-C53C-C59C-BF5EBDD3A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FD4D7B-1DA1-B717-B9F6-6E9B9896F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25E3-BD93-4999-B85B-73F879B1EB8F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0A015D-AEE9-3138-E1B3-F2FF6670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93B720-0481-A8A7-76E0-4D017DE81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B4B67-46E6-40BA-B069-BF5C810022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753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DA56EE-55A6-1870-700E-4EF995D20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16D448-844C-5171-62DB-D370CA893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98647E-EB20-F112-EE06-ADF8A4E24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25E3-BD93-4999-B85B-73F879B1EB8F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38BC81-394A-87C4-779F-F7508B99B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E6A895-AB13-7AD6-4639-79784F392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B4B67-46E6-40BA-B069-BF5C810022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835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45B0F3-209E-23D8-0E03-2EF2887B4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7AB681-32C5-A539-2911-67C070D4E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BF02B1-60D6-C66C-DBFB-BD10245EC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25E3-BD93-4999-B85B-73F879B1EB8F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8B3F0-41E4-B269-1886-1D545B104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5BF702-6F8E-5B83-CA8C-EE1AC94FD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B4B67-46E6-40BA-B069-BF5C810022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58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52E089-6D42-ABDB-FEDF-D4881746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496BF8-4488-9B16-8FD8-A8347CAFC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19FE5A-7F8D-99BD-F1F6-C704E0186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825E3-BD93-4999-B85B-73F879B1EB8F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181692-6FC6-F159-12FF-41AF2BE93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203BA2-65CC-E2E5-8EAA-29BD459E7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B4B67-46E6-40BA-B069-BF5C810022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19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F3B0600-71BE-364E-4D1B-EE005EBC2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6580D1E-7A50-18AC-313B-3D9A520949BE}"/>
              </a:ext>
            </a:extLst>
          </p:cNvPr>
          <p:cNvSpPr txBox="1"/>
          <p:nvPr/>
        </p:nvSpPr>
        <p:spPr>
          <a:xfrm>
            <a:off x="2336800" y="55787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暗盒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3016B-FB25-2A53-D622-1BCABF4FE117}"/>
              </a:ext>
            </a:extLst>
          </p:cNvPr>
          <p:cNvSpPr txBox="1"/>
          <p:nvPr/>
        </p:nvSpPr>
        <p:spPr>
          <a:xfrm>
            <a:off x="7301343" y="557857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输片轴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B44309-BDFC-6D34-E81B-149C76D4E6A3}"/>
              </a:ext>
            </a:extLst>
          </p:cNvPr>
          <p:cNvSpPr txBox="1"/>
          <p:nvPr/>
        </p:nvSpPr>
        <p:spPr>
          <a:xfrm>
            <a:off x="8178506" y="557857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卷片轴</a:t>
            </a:r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381C7996-1FF1-6225-DEB5-1D1C5DE3FE45}"/>
              </a:ext>
            </a:extLst>
          </p:cNvPr>
          <p:cNvSpPr/>
          <p:nvPr/>
        </p:nvSpPr>
        <p:spPr>
          <a:xfrm>
            <a:off x="2572165" y="5098473"/>
            <a:ext cx="175599" cy="48029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1A877B36-FE8B-0B0E-FA70-1EBA7A265761}"/>
              </a:ext>
            </a:extLst>
          </p:cNvPr>
          <p:cNvSpPr/>
          <p:nvPr/>
        </p:nvSpPr>
        <p:spPr>
          <a:xfrm>
            <a:off x="7652126" y="5098473"/>
            <a:ext cx="175599" cy="48029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上 10">
            <a:extLst>
              <a:ext uri="{FF2B5EF4-FFF2-40B4-BE49-F238E27FC236}">
                <a16:creationId xmlns:a16="http://schemas.microsoft.com/office/drawing/2014/main" id="{58587A08-08D9-7E0C-6EF1-15A48565D2B5}"/>
              </a:ext>
            </a:extLst>
          </p:cNvPr>
          <p:cNvSpPr/>
          <p:nvPr/>
        </p:nvSpPr>
        <p:spPr>
          <a:xfrm>
            <a:off x="8464289" y="5098473"/>
            <a:ext cx="175599" cy="48029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5F23E7-D207-2854-8447-F649BB07B195}"/>
              </a:ext>
            </a:extLst>
          </p:cNvPr>
          <p:cNvSpPr txBox="1"/>
          <p:nvPr/>
        </p:nvSpPr>
        <p:spPr>
          <a:xfrm>
            <a:off x="7531892" y="1525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过片扳手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D361448-1C27-E2EA-6894-26216B2DC3C4}"/>
              </a:ext>
            </a:extLst>
          </p:cNvPr>
          <p:cNvSpPr txBox="1"/>
          <p:nvPr/>
        </p:nvSpPr>
        <p:spPr>
          <a:xfrm>
            <a:off x="2018640" y="152584"/>
            <a:ext cx="1707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倒片旋钮</a:t>
            </a:r>
            <a:r>
              <a:rPr lang="en-US" altLang="zh-CN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手柄</a:t>
            </a:r>
          </a:p>
        </p:txBody>
      </p:sp>
      <p:sp>
        <p:nvSpPr>
          <p:cNvPr id="14" name="箭头: 上 13">
            <a:extLst>
              <a:ext uri="{FF2B5EF4-FFF2-40B4-BE49-F238E27FC236}">
                <a16:creationId xmlns:a16="http://schemas.microsoft.com/office/drawing/2014/main" id="{DDEDE36A-2D71-E4B7-E9C4-B3F18CA7E10B}"/>
              </a:ext>
            </a:extLst>
          </p:cNvPr>
          <p:cNvSpPr/>
          <p:nvPr/>
        </p:nvSpPr>
        <p:spPr>
          <a:xfrm rot="10800000">
            <a:off x="2747764" y="521916"/>
            <a:ext cx="175599" cy="48029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B61F6C3A-D475-D935-6F7F-63AFFA605928}"/>
              </a:ext>
            </a:extLst>
          </p:cNvPr>
          <p:cNvSpPr/>
          <p:nvPr/>
        </p:nvSpPr>
        <p:spPr>
          <a:xfrm rot="10800000">
            <a:off x="7993456" y="526594"/>
            <a:ext cx="175599" cy="48029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588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华文中宋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Jiaqi Li</dc:creator>
  <cp:lastModifiedBy>Jiaqi Li</cp:lastModifiedBy>
  <cp:revision>1</cp:revision>
  <dcterms:created xsi:type="dcterms:W3CDTF">2026-01-18T17:05:14Z</dcterms:created>
  <dcterms:modified xsi:type="dcterms:W3CDTF">2026-01-18T17:10:15Z</dcterms:modified>
</cp:coreProperties>
</file>